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Professional Report on Key Initiatives and Guidelines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Professional Report on Key Initiatives and Guidelines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This report consolidates information from recent corporate documents to outline the paperless office initiative, account creation procedures for the CEN application, background on a major film project, token cost and deployment considerations, and mandatory document submission requirements.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aim is to provide stakeholders with a clear, concise reference that supports operational planning and compliance.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Paperless Office Initiative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Objective: Enable a fully paperless office through digital scanning, registration, routing, and tracking of correspondence.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Processes: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Scan incoming documents and create electronic files.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Register and reference each file within the system.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Attach related correspondences and draft documents for approvals.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Route files for review and move them through workflow stages with real‑time tracking.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 Technology: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eFile version 7.3.9, released on February 1 2024, is the platform supporting these processes.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Account Creation Guidelines for CEN Application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Prospective applicants must first create an account before accessing the CEN application portal.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Critical Instructions: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Fill in all required details accurately during account creation.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corrections are permitted after the account is created; therefore, verify information carefully.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system does not allow edits to previously entered data.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Film Production Background (Boot Lake Project)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film project originated in the competitive environment of major college sports.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Career Milestones for the director: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Began as a content director for LSU athletics during undergraduate studies.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Developed expertise in sports storytelling, leading to the creation of the current film.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Token Cost and Deployment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 and output token pricing (per 1 million tokens):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Input: $1.00, $1.00, $0.59, $0.30, $0.50.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Output: $5.00, $6.00, $0.79, $2.50, $1.50.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 window capacities: 1,000,000 tokens, 1,050,000 tokens, 128,000 tokens, 1,000,000 tokens, 128,000 tokens.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Deployment Impact: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Solutions described as highly lightweight backend implementations, suitable for resource‑constrained environments.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Mandatory Document Submission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 applications must include a scanned, digital photograph of the applicant.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Non‑compliance leads to immediate rejection of the application.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Accommodations: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portal provides optional relaxations for persons with benchmark disabilities, allowing them to select appropriate options.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Additional Requirement: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Mandatory scanned documents must be submitted in the specified format to ensure processing.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paperless office strategy, combined with robust eFile technology, streamlines document handling and enhances operational efficiency.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Strict adherence to account creation protocols and document submission standards is essential for successful CEN applications.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Understanding token economics and deployment considerations supports informed decisions for backend architecture.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background of the film project underscores the value of domain expertise in content creation.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Report 2024-2025.pdf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Final-Detailed CEN 09-2025 Level-1-updated on 30012026-639054049190206941.pdf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BOOT-LAKE-FINAL.pdf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4E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Case studies (AutoRecovered).docx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Professional Presentation Creation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Collect Source Documents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22860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 Key Information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22860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Outline Presentation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566160"/>
            <a:ext cx="22860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Design Slides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297680"/>
            <a:ext cx="228600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97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Apply Theme &amp; Palette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4E4A"/>
                </a:solidFill>
              </a:rPr>
              <a:t>(Diagram Structure Retained - Convert SVG for native visual)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2026-09-02T06:40:53Z</dcterms:created>
  <dcterms:modified xsi:type="dcterms:W3CDTF">2026-09-02T06:40:53Z</dcterms:modified>
</cp:coreProperties>
</file>